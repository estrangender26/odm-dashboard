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dashboard with submission coverage proxy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S-curve analysis showing planned vs actual progress for each facility.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Deliverables compliance status and required executive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O&amp;M Manual Governance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Onboarding Progress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of Jul 25, 2026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274320"/>
            <a:ext cx="27432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Generated: Jul 25, 2026, 11:58 PM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274320"/>
            <a:ext cx="73152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37360"/>
            <a:ext cx="182880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03120"/>
            <a:ext cx="18288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 Facilities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1645920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34640" y="1737360"/>
            <a:ext cx="182880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103120"/>
            <a:ext cx="18288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Progress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645920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0" y="1737360"/>
            <a:ext cx="182880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44%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103120"/>
            <a:ext cx="18288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Coverage Proxy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0" y="1645920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0" y="1737360"/>
            <a:ext cx="182880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103120"/>
            <a:ext cx="18288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Submissions — Proxy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743200"/>
            <a:ext cx="182880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108960"/>
            <a:ext cx="18288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Submitted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0" y="2651760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34640" y="2743200"/>
            <a:ext cx="182880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2834640" y="3108960"/>
            <a:ext cx="18288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Outstanding — Proxy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11430000" cy="173736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Facility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Coverage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Submitted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Outstanding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Laguna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Clark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45%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56%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AMBER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Tagum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Estate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BASELINE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457200" y="6583680"/>
            <a:ext cx="1143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coverage is based on a milestone-count proxy. Formal document approval workflow and a facility-specific deliverable requirement matrix are not currently available.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Facility S-Curve Analysis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 vs Actual Progress by Facility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of Jul 25, 2026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274320"/>
            <a:ext cx="27432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Generated: Jul 25, 2026, 11:58 PM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274320"/>
            <a:ext cx="73152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3035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137160" cy="137160"/>
          </a:xfrm>
          <a:prstGeom prst="rect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36576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Laguna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103120"/>
            <a:ext cx="18288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75%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331720"/>
            <a:ext cx="18288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Planned: 72%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560320"/>
            <a:ext cx="18288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Variance: -3%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017520"/>
            <a:ext cx="96561" cy="274320"/>
          </a:xfrm>
          <a:prstGeom prst="rect">
            <a:avLst/>
          </a:prstGeom>
          <a:solidFill>
            <a:srgbClr val="0020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" y="3017520"/>
            <a:ext cx="96561" cy="274320"/>
          </a:xfrm>
          <a:prstGeom prst="rect">
            <a:avLst/>
          </a:prstGeom>
          <a:solidFill>
            <a:srgbClr val="0020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3017520"/>
            <a:ext cx="96561" cy="274320"/>
          </a:xfrm>
          <a:prstGeom prst="rect">
            <a:avLst/>
          </a:prstGeom>
          <a:solidFill>
            <a:srgbClr val="0020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20240" y="3017520"/>
            <a:ext cx="96561" cy="274320"/>
          </a:xfrm>
          <a:prstGeom prst="rect">
            <a:avLst/>
          </a:prstGeom>
          <a:solidFill>
            <a:srgbClr val="0020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3017520"/>
            <a:ext cx="96561" cy="274320"/>
          </a:xfrm>
          <a:prstGeom prst="rect">
            <a:avLst/>
          </a:prstGeom>
          <a:solidFill>
            <a:srgbClr val="0020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00400" y="2103120"/>
            <a:ext cx="2286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Coverage: 89%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2331720"/>
            <a:ext cx="2286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8/9 submitted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35040" y="1737360"/>
            <a:ext cx="53035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828800"/>
            <a:ext cx="13716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1783080"/>
            <a:ext cx="36576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Clark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2103120"/>
            <a:ext cx="18288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45%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2331720"/>
            <a:ext cx="18288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Planned: 23%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2560320"/>
            <a:ext cx="18288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Variance: -22%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09360" y="3017520"/>
            <a:ext cx="64374" cy="274320"/>
          </a:xfrm>
          <a:prstGeom prst="rect">
            <a:avLst/>
          </a:prstGeom>
          <a:solidFill>
            <a:srgbClr val="0020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0" y="3017520"/>
            <a:ext cx="64374" cy="274320"/>
          </a:xfrm>
          <a:prstGeom prst="rect">
            <a:avLst/>
          </a:prstGeom>
          <a:solidFill>
            <a:srgbClr val="0020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3017520"/>
            <a:ext cx="64374" cy="274320"/>
          </a:xfrm>
          <a:prstGeom prst="rect">
            <a:avLst/>
          </a:prstGeom>
          <a:solidFill>
            <a:srgbClr val="0020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06640" y="3017520"/>
            <a:ext cx="64374" cy="274320"/>
          </a:xfrm>
          <a:prstGeom prst="rect">
            <a:avLst/>
          </a:prstGeom>
          <a:solidFill>
            <a:srgbClr val="0020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0" y="3017520"/>
            <a:ext cx="64374" cy="274320"/>
          </a:xfrm>
          <a:prstGeom prst="rect">
            <a:avLst/>
          </a:prstGeom>
          <a:solidFill>
            <a:srgbClr val="0020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86800" y="2103120"/>
            <a:ext cx="2286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Coverage: 56%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0" y="2331720"/>
            <a:ext cx="2286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5/9 submitted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4297680"/>
            <a:ext cx="53035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4389120"/>
            <a:ext cx="137160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" y="4343400"/>
            <a:ext cx="36576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Tagum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4663440"/>
            <a:ext cx="18288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30%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" y="4892040"/>
            <a:ext cx="18288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Planned: N/A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" y="5120640"/>
            <a:ext cx="18288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Variance: N/A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22960" y="5577840"/>
            <a:ext cx="45720" cy="274320"/>
          </a:xfrm>
          <a:prstGeom prst="rect">
            <a:avLst/>
          </a:prstGeom>
          <a:solidFill>
            <a:srgbClr val="0020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80160" y="5577840"/>
            <a:ext cx="45720" cy="274320"/>
          </a:xfrm>
          <a:prstGeom prst="rect">
            <a:avLst/>
          </a:prstGeom>
          <a:solidFill>
            <a:srgbClr val="0020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37360" y="5577840"/>
            <a:ext cx="45720" cy="274320"/>
          </a:xfrm>
          <a:prstGeom prst="rect">
            <a:avLst/>
          </a:prstGeom>
          <a:solidFill>
            <a:srgbClr val="0020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94560" y="5577840"/>
            <a:ext cx="45720" cy="274320"/>
          </a:xfrm>
          <a:prstGeom prst="rect">
            <a:avLst/>
          </a:prstGeom>
          <a:solidFill>
            <a:srgbClr val="0020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200400" y="4663440"/>
            <a:ext cx="2286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Coverage: 33%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3200400" y="4892040"/>
            <a:ext cx="2286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3/9 submitted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035040" y="4297680"/>
            <a:ext cx="53035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26480" y="4389120"/>
            <a:ext cx="137160" cy="137160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09360" y="4343400"/>
            <a:ext cx="36576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Estate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6309360" y="4663440"/>
            <a:ext cx="18288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0%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6309360" y="4892040"/>
            <a:ext cx="18288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Planned: N/A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6309360" y="5120640"/>
            <a:ext cx="18288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Variance: N/A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309360" y="5577840"/>
            <a:ext cx="45720" cy="274320"/>
          </a:xfrm>
          <a:prstGeom prst="rect">
            <a:avLst/>
          </a:prstGeom>
          <a:solidFill>
            <a:srgbClr val="0020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686800" y="4663440"/>
            <a:ext cx="2286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Coverage: 0%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8686800" y="4892040"/>
            <a:ext cx="2286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0/9 submitted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Coverage Proxy Deliverable Compliance &amp; Executive Actions Executive Actions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of Jul 25, 2026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274320"/>
            <a:ext cx="27432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Generated: Jul 25, 2026, 11:58 PM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274320"/>
            <a:ext cx="73152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54480"/>
            <a:ext cx="4572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Submission Summary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5029200" cy="205740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  <a:gridCol w="167640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Category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Submitted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Rate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TOC-01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TOC-03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TOC-04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TOC-08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TOC-02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943600" y="1554480"/>
            <a:ext cx="54864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Actions</a:t>
            </a:r>
            <a:endParaRPr lang="en-US" sz="14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920240"/>
          <a:ext cx="5943600" cy="1371600"/>
        </p:xfrm>
        <a:graphic>
          <a:graphicData uri="http://schemas.openxmlformats.org/drawingml/2006/table">
            <a:tbl>
              <a:tblPr/>
              <a:tblGrid>
                <a:gridCol w="1485900"/>
                <a:gridCol w="1485900"/>
                <a:gridCol w="1485900"/>
                <a:gridCol w="14859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Priority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Facility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Action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CRITICAL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Clark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Address significant schedule variance...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Sep 1, 2025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4572000"/>
            <a:ext cx="54864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Risk Summary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4937760"/>
            <a:ext cx="18288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1520" y="4892040"/>
            <a:ext cx="4572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facility(ies) materially behind schedule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31520" y="5120640"/>
            <a:ext cx="100584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Mitigation: Expedite document submissions and milestone completion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7200" y="5669280"/>
            <a:ext cx="18288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" y="5623560"/>
            <a:ext cx="4572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Insufficient baseline schedule data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31520" y="5852160"/>
            <a:ext cx="100584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Mitigation: Establish project baselines for accurate tracking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57200" y="6400800"/>
            <a:ext cx="182880" cy="182880"/>
          </a:xfrm>
          <a:prstGeom prst="rect">
            <a:avLst/>
          </a:prstGeom>
          <a:solidFill>
            <a:srgbClr val="6B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31520" y="6355080"/>
            <a:ext cx="4572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uses proxy data sources (see dataQuality flags)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731520" y="6583680"/>
            <a:ext cx="100584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Mitigation: Implement workflow status tracking and deliverable requirement matrix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6583680"/>
            <a:ext cx="11430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coverage is based on a milestone-count proxy. Formal document approval workflow and a facility-specific deliverable requirement matrix are not currently available.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ODM Dashboard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ODM Dashboard Presentation</dc:title>
  <dc:subject>Presentation Center export</dc:subject>
  <dc:creator>ODM Dashboard</dc:creator>
  <cp:lastModifiedBy>ODM Dashboard</cp:lastModifiedBy>
  <cp:revision>1</cp:revision>
  <dcterms:created xsi:type="dcterms:W3CDTF">2026-07-25T15:58:36Z</dcterms:created>
  <dcterms:modified xsi:type="dcterms:W3CDTF">2026-07-25T15:58:36Z</dcterms:modified>
</cp:coreProperties>
</file>