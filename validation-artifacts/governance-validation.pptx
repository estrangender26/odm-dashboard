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9CA3AF"/>
            </a:solidFill>
            <a:ln w="254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1/25</c:v>
                  </c:pt>
                  <c:pt idx="1">
                    <c:v>2/25</c:v>
                  </c:pt>
                  <c:pt idx="2">
                    <c:v>3/25</c:v>
                  </c:pt>
                  <c:pt idx="3">
                    <c:v>4/25</c:v>
                  </c:pt>
                  <c:pt idx="4">
                    <c:v>5/25</c:v>
                  </c:pt>
                  <c:pt idx="5">
                    <c:v>6/25</c:v>
                  </c:pt>
                  <c:pt idx="6">
                    <c:v>7/25</c:v>
                  </c:pt>
                  <c:pt idx="7">
                    <c:v>8/25</c:v>
                  </c:pt>
                  <c:pt idx="8">
                    <c:v>9/25</c:v>
                  </c:pt>
                  <c:pt idx="9">
                    <c:v>10/25</c:v>
                  </c:pt>
                  <c:pt idx="10">
                    <c:v>11/25</c:v>
                  </c:pt>
                  <c:pt idx="11">
                    <c:v>12/25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</c:v>
                </c:pt>
                <c:pt idx="1">
                  <c:v>22</c:v>
                </c:pt>
                <c:pt idx="2">
                  <c:v>33</c:v>
                </c:pt>
                <c:pt idx="3">
                  <c:v>33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  <c:pt idx="10">
                  <c:v>40</c:v>
                </c:pt>
                <c:pt idx="11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2C55E"/>
            </a:solidFill>
            <a:ln w="25400" cap="flat">
              <a:solidFill>
                <a:srgbClr val="22C55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2C55E"/>
              </a:solidFill>
              <a:ln w="9525" cap="flat">
                <a:solidFill>
                  <a:srgbClr val="22C55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1/25</c:v>
                  </c:pt>
                  <c:pt idx="1">
                    <c:v>2/25</c:v>
                  </c:pt>
                  <c:pt idx="2">
                    <c:v>3/25</c:v>
                  </c:pt>
                  <c:pt idx="3">
                    <c:v>4/25</c:v>
                  </c:pt>
                  <c:pt idx="4">
                    <c:v>5/25</c:v>
                  </c:pt>
                  <c:pt idx="5">
                    <c:v>6/25</c:v>
                  </c:pt>
                  <c:pt idx="6">
                    <c:v>7/25</c:v>
                  </c:pt>
                  <c:pt idx="7">
                    <c:v>8/25</c:v>
                  </c:pt>
                  <c:pt idx="8">
                    <c:v>9/25</c:v>
                  </c:pt>
                  <c:pt idx="9">
                    <c:v>10/25</c:v>
                  </c:pt>
                  <c:pt idx="10">
                    <c:v>11/25</c:v>
                  </c:pt>
                  <c:pt idx="11">
                    <c:v>12/25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</c:v>
                </c:pt>
                <c:pt idx="1">
                  <c:v>22</c:v>
                </c:pt>
                <c:pt idx="2">
                  <c:v>33</c:v>
                </c:pt>
                <c:pt idx="3">
                  <c:v>33</c:v>
                </c:pt>
                <c:pt idx="4">
                  <c:v>44</c:v>
                </c:pt>
                <c:pt idx="5">
                  <c:v>44</c:v>
                </c:pt>
                <c:pt idx="6">
                  <c:v>44</c:v>
                </c:pt>
                <c:pt idx="7">
                  <c:v>44</c:v>
                </c:pt>
                <c:pt idx="8">
                  <c:v>44</c:v>
                </c:pt>
                <c:pt idx="9">
                  <c:v>44</c:v>
                </c:pt>
                <c:pt idx="10">
                  <c:v>44</c:v>
                </c:pt>
                <c:pt idx="11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title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S-curve with actual line chart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facility S-curves in 2x2 grid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Deliverables compliance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84248"/>
            <a:ext cx="10058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C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Facilities Onboarding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AGLIPAY STP • HTT STP • EASTBAY PH-2 TP • KAYSAKAT TP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029200"/>
            <a:ext cx="27432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July 25,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Overview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76072" y="950976"/>
          <a:ext cx="7725766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22574" y="1042416"/>
            <a:ext cx="301752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Summary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22574" y="1408176"/>
            <a:ext cx="3017520" cy="1371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Planned: 40%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Actual: 44%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+4%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On Track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4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Facility Progress Overview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11887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AGLIPAY STP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150876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201168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33472" y="201168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15768" y="201168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40.0%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2194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33472" y="219456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2194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" y="233172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planned | 44% actual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04872" y="233172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(+4%)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1887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 STP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150876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1168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66760" y="201168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49056" y="201168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194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66760" y="219456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2194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233172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44% planned | 44% actual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233172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(0%)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" y="365760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EASTBAY PH-2 TP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76072" y="397764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" y="4480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633472" y="448056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15768" y="4480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22.0%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76072" y="466344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633472" y="4663440"/>
            <a:ext cx="4572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15768" y="466344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76072" y="480060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22% planned | 11% actual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404872" y="480060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(-11%)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365760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KAYSAKAT TP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397764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480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366760" y="448056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449056" y="4480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09360" y="466344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366760" y="466344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49056" y="466344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0" y="480060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11% planned | 11% actual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138160" y="480060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(0%)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Deliverables Compliance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768096"/>
            <a:ext cx="10972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Facility Deliverables Status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1133856"/>
          <a:ext cx="11036808" cy="1828800"/>
        </p:xfrm>
        <a:graphic>
          <a:graphicData uri="http://schemas.openxmlformats.org/drawingml/2006/table">
            <a:tbl>
              <a:tblPr/>
              <a:tblGrid>
                <a:gridCol w="1576687"/>
                <a:gridCol w="1576687"/>
                <a:gridCol w="1576687"/>
                <a:gridCol w="1576687"/>
                <a:gridCol w="1576687"/>
                <a:gridCol w="1576687"/>
                <a:gridCol w="157668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Submitted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Approved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AGLIPAY STP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21.4%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HTT STP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 Progress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EASTBAY PH-2 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28.6%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KAYSAKAT 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7.1%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ODM Dashboard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ODM Dashboard Presentation</dc:title>
  <dc:subject>Presentation Center export</dc:subject>
  <dc:creator>ODM Dashboard</dc:creator>
  <cp:lastModifiedBy>ODM Dashboard</cp:lastModifiedBy>
  <cp:revision>1</cp:revision>
  <dcterms:created xsi:type="dcterms:W3CDTF">2026-07-26T15:49:10Z</dcterms:created>
  <dcterms:modified xsi:type="dcterms:W3CDTF">2026-07-26T15:49:10Z</dcterms:modified>
</cp:coreProperties>
</file>