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84248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</a:rPr>
              <a:t>New Facilities Onboarding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</a:rPr>
              <a:t>AGLIPAY STP • HTT STP • EASTBAY PH-2 TP • KAYSAKAT TP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029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</a:rPr>
              <a:t>July 25,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76072" y="6217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Source: O&amp;M Manual Governance module • July 25,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217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Governance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76072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0C0C"/>
                </a:solidFill>
              </a:rPr>
              <a:t>Consolidated Planned vs Actual S-Curve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76072" y="1554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Current Planned: 40% | Current Actual: 44% | Variance: +4% | Status: On Track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76072" y="6217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Source: O&amp;M Manual Governance module • July 25,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217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Facility Progress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76072" y="1188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0C0C"/>
                </a:solidFill>
              </a:rPr>
              <a:t>AGLIPAY STP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0" y="1188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Planned: 40% | Actual: 44% | Variance: +4%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0" y="1188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On Track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6072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0C0C"/>
                </a:solidFill>
              </a:rPr>
              <a:t>HTT STP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0" y="1737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Planned: 44% | Actual: 44% | Variance: 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On Track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0C0C"/>
                </a:solidFill>
              </a:rPr>
              <a:t>EASTBAY PH-2 TP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Planned: 22% | Actual: 11% | Variance: -11%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0" y="22860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Delayed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0C0C"/>
                </a:solidFill>
              </a:rPr>
              <a:t>KAYSAKAT TP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2834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Planned: 11% | Actual: 11% | Variance: 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On Track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" y="6217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Source: O&amp;M Manual Governance module • July 25,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0" y="6217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Deliverables Compliance Summary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76072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0C0C"/>
                </a:solidFill>
              </a:rPr>
              <a:t>Facility Deliverables Status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1280160"/>
          <a:ext cx="11039551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  <a:gridCol w="137160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Facility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Required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Submitted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Approved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Missing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Compliance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AGLIPAY STP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21.4%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At Risk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HTT STP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 Progress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EASTBAY PH-2 TP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At Risk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KAYSAKAT TP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At Risk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76072" y="6217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Source: O&amp;M Manual Governance module • July 25,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217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ODM Dashboard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Facilities Onboarding</dc:title>
  <dc:subject>Governance Onboarding Progress</dc:subject>
  <dc:creator>ODM Dashboard</dc:creator>
  <cp:lastModifiedBy>ODM Dashboard</cp:lastModifiedBy>
  <cp:revision>1</cp:revision>
  <dcterms:created xsi:type="dcterms:W3CDTF">2026-07-26T15:29:01Z</dcterms:created>
  <dcterms:modified xsi:type="dcterms:W3CDTF">2026-07-26T15:29:01Z</dcterms:modified>
</cp:coreProperties>
</file>