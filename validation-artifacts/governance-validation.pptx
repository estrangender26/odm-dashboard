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9CA3AF"/>
            </a:solidFill>
            <a:ln w="2540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1/25</c:v>
                  </c:pt>
                  <c:pt idx="1">
                    <c:v>2/25</c:v>
                  </c:pt>
                  <c:pt idx="2">
                    <c:v>3/25</c:v>
                  </c:pt>
                  <c:pt idx="3">
                    <c:v>4/25</c:v>
                  </c:pt>
                  <c:pt idx="4">
                    <c:v>5/25</c:v>
                  </c:pt>
                  <c:pt idx="5">
                    <c:v>6/25</c:v>
                  </c:pt>
                  <c:pt idx="6">
                    <c:v>7/25</c:v>
                  </c:pt>
                  <c:pt idx="7">
                    <c:v>8/25</c:v>
                  </c:pt>
                  <c:pt idx="8">
                    <c:v>9/25</c:v>
                  </c:pt>
                  <c:pt idx="9">
                    <c:v>10/25</c:v>
                  </c:pt>
                  <c:pt idx="10">
                    <c:v>11/25</c:v>
                  </c:pt>
                  <c:pt idx="11">
                    <c:v>12/25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</c:v>
                </c:pt>
                <c:pt idx="1">
                  <c:v>22</c:v>
                </c:pt>
                <c:pt idx="2">
                  <c:v>33</c:v>
                </c:pt>
                <c:pt idx="3">
                  <c:v>33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  <c:pt idx="10">
                  <c:v>40</c:v>
                </c:pt>
                <c:pt idx="11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22C55E"/>
            </a:solidFill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1/25</c:v>
                  </c:pt>
                  <c:pt idx="1">
                    <c:v>2/25</c:v>
                  </c:pt>
                  <c:pt idx="2">
                    <c:v>3/25</c:v>
                  </c:pt>
                  <c:pt idx="3">
                    <c:v>4/25</c:v>
                  </c:pt>
                  <c:pt idx="4">
                    <c:v>5/25</c:v>
                  </c:pt>
                  <c:pt idx="5">
                    <c:v>6/25</c:v>
                  </c:pt>
                  <c:pt idx="6">
                    <c:v>7/25</c:v>
                  </c:pt>
                  <c:pt idx="7">
                    <c:v>8/25</c:v>
                  </c:pt>
                  <c:pt idx="8">
                    <c:v>9/25</c:v>
                  </c:pt>
                  <c:pt idx="9">
                    <c:v>10/25</c:v>
                  </c:pt>
                  <c:pt idx="10">
                    <c:v>11/25</c:v>
                  </c:pt>
                  <c:pt idx="11">
                    <c:v>12/25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</c:v>
                </c:pt>
                <c:pt idx="1">
                  <c:v>22</c:v>
                </c:pt>
                <c:pt idx="2">
                  <c:v>33</c:v>
                </c:pt>
                <c:pt idx="3">
                  <c:v>33</c:v>
                </c:pt>
                <c:pt idx="4">
                  <c:v>44</c:v>
                </c:pt>
                <c:pt idx="5">
                  <c:v>44</c:v>
                </c:pt>
                <c:pt idx="6">
                  <c:v>44</c:v>
                </c:pt>
                <c:pt idx="7">
                  <c:v>44</c:v>
                </c:pt>
                <c:pt idx="8">
                  <c:v>44</c:v>
                </c:pt>
                <c:pt idx="9">
                  <c:v>44</c:v>
                </c:pt>
                <c:pt idx="10">
                  <c:v>44</c:v>
                </c:pt>
                <c:pt idx="11">
                  <c:v>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title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Consolidated S-curve with actual line 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facility S-curves in 2x2 grid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compliance matrix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84248"/>
            <a:ext cx="10058400" cy="9144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81C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Facilities Onboarding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AGLIPAY STP • HTT STP • EASTBAY PH-2 TP • KAYSAKAT TP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0"/>
            <a:ext cx="274320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25,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6574536"/>
            <a:ext cx="9144000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O&amp;M Manual Governance module • July 25, 2026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574536"/>
            <a:ext cx="731520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1C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6072" y="210312"/>
            <a:ext cx="9144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Overview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76072" y="950976"/>
          <a:ext cx="7725766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22574" y="1042416"/>
            <a:ext cx="301752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Summary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22574" y="1408176"/>
            <a:ext cx="3017520" cy="1371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Planned: 40%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Actual: 44%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Variance: +4%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On Track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76072" y="6574536"/>
            <a:ext cx="9144000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O&amp;M Manual Governance module • July 25, 2026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0" y="6574536"/>
            <a:ext cx="731520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1C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6072" y="210312"/>
            <a:ext cx="9144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Facility Progress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1188720"/>
            <a:ext cx="27432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AGLIPAY STP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1508760"/>
            <a:ext cx="256032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2011680"/>
            <a:ext cx="1965960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33472" y="2011680"/>
            <a:ext cx="45720" cy="10972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15768" y="2011680"/>
            <a:ext cx="841248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194560"/>
            <a:ext cx="1965960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33472" y="2194560"/>
            <a:ext cx="4572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768" y="2194560"/>
            <a:ext cx="841248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44.0%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" y="2331720"/>
            <a:ext cx="256032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 planned | 44% actual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404872" y="2331720"/>
            <a:ext cx="137160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 (+4%)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188720"/>
            <a:ext cx="27432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 STP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508760"/>
            <a:ext cx="256032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011680"/>
            <a:ext cx="1965960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66760" y="2011680"/>
            <a:ext cx="45720" cy="10972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49056" y="2011680"/>
            <a:ext cx="841248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44.0%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194560"/>
            <a:ext cx="1965960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66760" y="2194560"/>
            <a:ext cx="4572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49056" y="2194560"/>
            <a:ext cx="841248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44.0%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331720"/>
            <a:ext cx="256032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44% planned | 44% actual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2331720"/>
            <a:ext cx="137160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 (0%)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76072" y="3657600"/>
            <a:ext cx="27432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EASTBAY PH-2 TP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" y="3977640"/>
            <a:ext cx="256032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" y="4480560"/>
            <a:ext cx="1965960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33472" y="4480560"/>
            <a:ext cx="45720" cy="10972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15768" y="4480560"/>
            <a:ext cx="841248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22.0%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76072" y="4663440"/>
            <a:ext cx="1965960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633472" y="4663440"/>
            <a:ext cx="4572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15768" y="4663440"/>
            <a:ext cx="841248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11.0%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76072" y="4800600"/>
            <a:ext cx="256032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 planned | 11% actual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404872" y="4800600"/>
            <a:ext cx="137160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Delayed (-11%)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3657600"/>
            <a:ext cx="27432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KAYSAKAT TP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3977640"/>
            <a:ext cx="2560320" cy="320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4480560"/>
            <a:ext cx="1965960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66760" y="4480560"/>
            <a:ext cx="45720" cy="10972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49056" y="4480560"/>
            <a:ext cx="841248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11.0%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309360" y="4663440"/>
            <a:ext cx="1965960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366760" y="4663440"/>
            <a:ext cx="45720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49056" y="4663440"/>
            <a:ext cx="841248" cy="109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11.0%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309360" y="4800600"/>
            <a:ext cx="256032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 planned | 11% actual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00600"/>
            <a:ext cx="137160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 (0%)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76072" y="6574536"/>
            <a:ext cx="9144000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O&amp;M Manual Governance module • July 25, 2026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1430000" y="6574536"/>
            <a:ext cx="731520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81C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6072" y="210312"/>
            <a:ext cx="9144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 Compliance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768096"/>
            <a:ext cx="109728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Facility Deliverables Status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133856"/>
          <a:ext cx="11036808" cy="1828800"/>
        </p:xfrm>
        <a:graphic>
          <a:graphicData uri="http://schemas.openxmlformats.org/drawingml/2006/table">
            <a:tbl>
              <a:tblPr/>
              <a:tblGrid>
                <a:gridCol w="1576687"/>
                <a:gridCol w="1576687"/>
                <a:gridCol w="1576687"/>
                <a:gridCol w="1576687"/>
                <a:gridCol w="1576687"/>
                <a:gridCol w="1576687"/>
                <a:gridCol w="1576687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Submitted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Compliance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AGLIPAY STP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 Risk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HTT STP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 Progress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EASTBAY PH-2 TP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 Risk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KAYSAKAT TP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 Risk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76072" y="6574536"/>
            <a:ext cx="9144000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O&amp;M Manual Governance module • July 25, 2026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430000" y="6574536"/>
            <a:ext cx="731520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44450" tIns="63500" rIns="63500" bIns="4445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ODM Dashboard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ODM Dashboard Presentation</dc:title>
  <dc:subject>Presentation Center export</dc:subject>
  <dc:creator>ODM Dashboard</dc:creator>
  <cp:lastModifiedBy>ODM Dashboard</cp:lastModifiedBy>
  <cp:revision>1</cp:revision>
  <dcterms:created xsi:type="dcterms:W3CDTF">2026-07-26T15:36:09Z</dcterms:created>
  <dcterms:modified xsi:type="dcterms:W3CDTF">2026-07-26T15:36:09Z</dcterms:modified>
</cp:coreProperties>
</file>