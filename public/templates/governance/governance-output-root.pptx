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7FFFF9E6_9EE62456.xml" ContentType="application/vnd.ms-powerpoint.comments+xml"/>
  <Override PartName="/ppt/notesSlides/notesSlide9.xml" ContentType="application/vnd.openxmlformats-officedocument.presentationml.notesSlide+xml"/>
  <Override PartName="/ppt/comments/modernComment_7FFFF996_5D06E60D.xml" ContentType="application/vnd.ms-powerpoint.comments+xml"/>
  <Override PartName="/ppt/notesSlides/notesSlide10.xml" ContentType="application/vnd.openxmlformats-officedocument.presentationml.notesSlide+xml"/>
  <Override PartName="/ppt/comments/modernComment_7FFFF9BF_9C8CCA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147482051" r:id="rId5"/>
    <p:sldId id="2147482076" r:id="rId6"/>
    <p:sldId id="258" r:id="rId7"/>
    <p:sldId id="259" r:id="rId8"/>
    <p:sldId id="260" r:id="rId9"/>
    <p:sldId id="263" r:id="rId10"/>
    <p:sldId id="262" r:id="rId11"/>
    <p:sldId id="2147482087" r:id="rId12"/>
    <p:sldId id="261" r:id="rId13"/>
    <p:sldId id="2147482088" r:id="rId14"/>
    <p:sldId id="2147482092" r:id="rId15"/>
    <p:sldId id="2147482090" r:id="rId16"/>
    <p:sldId id="2147482091" r:id="rId17"/>
    <p:sldId id="2147482086" r:id="rId18"/>
    <p:sldId id="2147482006" r:id="rId19"/>
    <p:sldId id="2147482047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D327FA-870B-44F1-8AE4-0BD18F5B38F4}">
          <p14:sldIdLst>
            <p14:sldId id="2147482051"/>
            <p14:sldId id="2147482076"/>
            <p14:sldId id="258"/>
            <p14:sldId id="259"/>
            <p14:sldId id="260"/>
            <p14:sldId id="263"/>
            <p14:sldId id="262"/>
            <p14:sldId id="2147482087"/>
            <p14:sldId id="261"/>
            <p14:sldId id="2147482088"/>
            <p14:sldId id="2147482092"/>
            <p14:sldId id="2147482090"/>
            <p14:sldId id="2147482091"/>
            <p14:sldId id="2147482086"/>
            <p14:sldId id="2147482006"/>
            <p14:sldId id="2147482047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aerial view of a body of water and a road&#10;&#10;Description automatically generated">
            <a:extLst>
              <a:ext uri="{FF2B5EF4-FFF2-40B4-BE49-F238E27FC236}">
                <a16:creationId xmlns:a16="http://schemas.microsoft.com/office/drawing/2014/main" id="{7F8E00E7-4B33-61D8-54DB-3490EE056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AA3320-F25C-C4B7-89C0-F9389D3B3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298" y="1981338"/>
            <a:ext cx="6043456" cy="1620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PH" sz="5500" b="1" dirty="0">
                <a:solidFill>
                  <a:schemeClr val="bg1"/>
                </a:solidFill>
                <a:latin typeface="Aptos 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E32B9-A0CF-1911-72F4-15C1E8D6A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8" y="3877074"/>
            <a:ext cx="604345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PH" sz="2000">
                <a:solidFill>
                  <a:schemeClr val="bg1"/>
                </a:solidFill>
                <a:latin typeface="Aptos "/>
              </a:defRPr>
            </a:lvl1pPr>
          </a:lstStyle>
          <a:p>
            <a:pPr marL="0" lvl="0"/>
            <a:r>
              <a:rPr lang="en-US"/>
              <a:t>Click to edit Master subtitle style</a:t>
            </a:r>
            <a:endParaRPr lang="en-PH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18E6B79-C586-98D4-BF15-860AC8850F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942" y="727362"/>
            <a:ext cx="1787298" cy="407009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A253343-1156-F7A3-EE7B-7B5A563816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4298" y="5407951"/>
            <a:ext cx="2163393" cy="28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1400" smtClean="0">
                <a:solidFill>
                  <a:schemeClr val="bg1"/>
                </a:solidFill>
                <a:latin typeface="Aptos "/>
              </a:defRPr>
            </a:lvl1pPr>
            <a:lvl2pPr marL="228600" indent="0">
              <a:buNone/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PH"/>
            </a:lvl5pPr>
          </a:lstStyle>
          <a:p>
            <a:pPr marL="0" lvl="0"/>
            <a:r>
              <a:rPr lang="en-US"/>
              <a:t>Date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46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64" r:id="rId4"/>
    <p:sldLayoutId id="2147483650" r:id="rId5"/>
    <p:sldLayoutId id="2147483665" r:id="rId6"/>
    <p:sldLayoutId id="2147483667" r:id="rId7"/>
    <p:sldLayoutId id="2147483661" r:id="rId8"/>
    <p:sldLayoutId id="2147483700" r:id="rId9"/>
    <p:sldLayoutId id="2147483701" r:id="rId10"/>
    <p:sldLayoutId id="2147483702" r:id="rId11"/>
    <p:sldLayoutId id="21474837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78FC7-F071-E7DD-1945-D28AED710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298" y="1981338"/>
            <a:ext cx="7717818" cy="1620700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PH"/>
              <a:t>New Facilities Onboarding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E3152-8271-81C4-7EEE-F54939FCC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298" y="3602038"/>
            <a:ext cx="7187588" cy="371127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Aglipay STP • HTT STP • Eastbay PH-2 TP • </a:t>
            </a:r>
            <a:r>
              <a:rPr lang="en-US" err="1"/>
              <a:t>Kaysakat</a:t>
            </a:r>
            <a:r>
              <a:rPr lang="en-US"/>
              <a:t> TP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17EAA-4AA8-0AC5-2DC8-DC71885481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4298" y="5407951"/>
            <a:ext cx="2163393" cy="315407"/>
          </a:xfrm>
        </p:spPr>
        <p:txBody>
          <a:bodyPr wrap="square" lIns="91440" tIns="45720" rIns="91440" bIns="45720" rtlCol="0" anchor="t">
            <a:spAutoFit/>
          </a:bodyPr>
          <a:lstStyle/>
          <a:p>
            <a:fld id="{85FAE685-2CDF-A142-B4BF-B119B4BBAAB3}" type="datetime3">
              <a:rPr lang="en-GB" sz="1600" smtClean="0"/>
              <a:t>24 July, 2026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920523790"/>
      </p:ext>
    </p:extLst>
  </p:cSld>
  <p:clrMapOvr>
    <a:masterClrMapping/>
  </p:clrMapOvr>
</p:sld>
</file>

<file path=ppt/theme/theme1.xml><?xml version="1.0" encoding="utf-8"?>
<a:theme xmlns:a="http://schemas.openxmlformats.org/drawingml/2006/main" name="MWC 2024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