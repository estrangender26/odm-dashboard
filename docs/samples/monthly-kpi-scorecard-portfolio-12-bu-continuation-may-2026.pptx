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  <p:sldId id="2147483001" r:id="rId11"/>
    <p:sldId id="21474830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683532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(1/3)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AMD-EZ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85.00% (5.7:1)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60.00% (1.5:1)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3.20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99.96%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Laguna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91.00%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86.00% (6.1:1)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61.00% (1.6:1)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Clark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92.00%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101.00%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87.00% (6.7:1)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62.00% (1.6:1)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3.80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99.93%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Tagum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93.00%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2.80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Estate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2.80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683532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(2/3)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LARC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95.00%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102.00%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88.00% (7.3:1)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63.00% (1.7:1)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4.20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Acceptance BU 7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96.00%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Acceptance BU 8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97.00%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Acceptance BU 9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2.80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Acceptance BU 10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2.80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683532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(3/3)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Acceptance BU 11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2.80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Acceptance BU 12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101.00%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84.00% (5.3:1)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59.00%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