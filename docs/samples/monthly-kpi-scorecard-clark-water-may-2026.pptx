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Clark Water KPI – May 2026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Jan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83.00% (4.9:1)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58.00%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Feb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84.00% (5.3:1)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59.00%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Apr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86.00% (6.1:1)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May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101.00%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87.00% (6.7:1)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62.00%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99.93%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3.16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99.94%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1 of 1 business units are meeting PM compliance target.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0 of 1 business units are meeting facility uptime target.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Clark Water May 2026 acceptance fixture commentary.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No additional KPI highlights were recorded for this period.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additional major wins were recorded for this period.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