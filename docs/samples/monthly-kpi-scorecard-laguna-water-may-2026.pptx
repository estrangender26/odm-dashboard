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Laguna Water KPI – May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82.00% (4.6:1)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57.00%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86.00% (6.1:1)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61.00% (1.6:1)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2.84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99.94%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Laguna Water May 2026 acceptance fixture commentary.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KPI highlights were recorded for this period.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major wins were recorded for this period.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